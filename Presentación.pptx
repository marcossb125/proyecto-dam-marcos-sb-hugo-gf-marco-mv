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129BD-A6E6-4639-9D40-B03713318661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7FE14-9B0F-4D1F-987C-AC8733E134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005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27FE14-9B0F-4D1F-987C-AC8733E134E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1504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BFD68-B376-4E78-F91B-F1DB36814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999D4-8408-DFCB-DF4F-84FF0F3F1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1A46FA-67EA-9066-35CB-7566A6EC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C9E78A-9118-C287-F91C-ABB0747B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0FE7D3-4A74-02FF-D99E-B30E9ED81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7828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7DAC6-2439-BCA0-18BA-D4BDA1FDD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8D5F3F-261C-F2D5-D531-46D448C88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BAF91F-CD1B-DAF7-7176-E0FC854B2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ABF53D-56CA-6376-02A1-079E3497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F32604-072C-7204-959D-4274E257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70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E51A8D-C88A-6B40-ED39-4026C8F0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E29E3F-F961-3715-6A49-9E5BCDA70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2ACD31-EC42-0C7C-CA37-EA9D0D9C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91169C-DD15-83A9-8A33-BFD06AFB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490427-6606-A991-1ABE-A5B90C2E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195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3CEEB-BA75-0D10-7E1C-C4067B75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4C4267-A67C-B94A-9873-CDC6848D5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5E1BFD-12F3-4710-497A-A7EB2A0A1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EDBB7D-2EAF-53FB-3947-16C310A6F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3216E9-9A2C-7016-A38B-C956A9C6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31C20F-CA28-CAB9-DC4E-6C57373E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149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F5581-F036-2994-0CAA-F460A10A3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D1D6B8-8996-B76C-C8F1-FF285D7E4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732C7B-82D0-BB22-5D8B-6253948CE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F98AB5-6CEE-C2F9-55A2-DE5134FA1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4D2196-C03F-9F8C-EE36-57F5B41ED6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61A4B9-B2A0-C44D-059C-38B5D420A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EBA3656-E715-56D5-B1B6-9D4BCCE0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82A2139-FDC8-6C04-83AE-8E207C075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941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163AF-97B8-B8B3-ADE4-3B44BDA9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9F27CA6-CCB8-585F-3BCB-EE73E88D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1B3CF6-814A-3B1F-D7FE-176C7052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61AEAB7-F890-9BE7-DAF5-459B61A4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162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EDC0135-C9F2-B2C7-1200-7691643CA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4B22970-755C-1D82-6558-CAE8B0AA9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93D044-AE59-210D-74A9-E44151C6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741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1C716-45B9-B30C-8AC7-D735333E9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0CB191-7B3D-85C6-51AF-3127055CB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C8CED1E-D81F-C638-65ED-531605811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75E910-51C8-EB9F-D57D-97916842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F6B0F2-791D-433E-9FF1-551F7104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41F363-BA0F-06AD-0957-2B70807F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860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FF551B-B4DF-8F46-A993-C2E38CD2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038634-6959-719B-7A22-676A9C875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C0E346-1C07-9F33-3DED-47872875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B02146-EE4B-2D58-9241-EA87B8E2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FC60A4-0A26-2313-B617-1A7F95E0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67B426-3E34-4E2F-6D5C-1D26FA17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5370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C56A8-C498-F007-FDA3-66B1A944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E076FCA-09E8-39B3-8578-1CCD2B92E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ECA68A-80B2-AC3E-399A-E1A6309A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257876-CBB7-AA95-35D2-D0C86353A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D35E0A-AD42-1F09-73C0-17F492A4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2639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529693-9A96-9737-8A75-94D9680107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122E06-9CDE-28BF-4CEB-B44E454BD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493CFC-9F5A-553F-B7B0-18B2356D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D36988-64F1-6363-7471-1607C21B4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632A63-5EE6-74BB-DF10-1B06C6C4A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368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195BC19-32B0-6D4C-4686-22AEEBFB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5DF5C5-8A56-4399-E63B-ABE5DA5A4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EBD775-F547-427C-F2CF-44151A46D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3E72F-6470-40B4-B6FF-B5EEFB697679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4D4A8B-85D7-ED21-AC53-1F00A7D02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6852C3-0B62-14EF-8BFB-F305396F8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61DC7-4322-4543-B15A-8D4DC89FE1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12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78D79-8704-61AB-1028-867BBB24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8DEAA4D-BDF0-71AF-C96C-D2A192A276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046" y="2386581"/>
            <a:ext cx="901190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8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F14D1-3049-1447-21E4-1300FE77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45C7CC9-5354-A9BF-80C4-95ED010A1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63062" y="1825625"/>
            <a:ext cx="52658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795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Panorámica</PresentationFormat>
  <Paragraphs>2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Arquitectura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Sánchez Barja</dc:creator>
  <cp:lastModifiedBy>Marcos Sánchez Barja</cp:lastModifiedBy>
  <cp:revision>1</cp:revision>
  <dcterms:created xsi:type="dcterms:W3CDTF">2026-05-19T14:54:26Z</dcterms:created>
  <dcterms:modified xsi:type="dcterms:W3CDTF">2026-05-19T15:09:15Z</dcterms:modified>
</cp:coreProperties>
</file>